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png" ContentType="image/png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slides/slide1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2.xml" ContentType="application/vnd.openxmlformats-officedocument.presentationml.slideLayout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5"/>
  </p:notesMasterIdLst>
  <p:sldIdLst>
    <p:sldId id="256" r:id="rId4"/>
  </p:sldIdLst>
  <p:sldSz cx="24384000" cy="13716000"/>
  <p:notesSz cx="6858000" cy="9144000"/>
  <p:defaultTextStyle>
    <a:defPPr marL="0" marR="0" indent="0" algn="l" defTabSz="914400" rtl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1pPr>
    <a:lvl2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2pPr>
    <a:lvl3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3pPr>
    <a:lvl4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4pPr>
    <a:lvl5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5pPr>
    <a:lvl6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6pPr>
    <a:lvl7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7pPr>
    <a:lvl8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8pPr>
    <a:lvl9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0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16" d="50"/>
          <a:sy n="112" d="47"/>
        </p:scale>
        <p:origin x="110" y="118"/>
      </p:cViewPr>
      <p:guideLst>
        <p:guide pos="7680"/>
        <p:guide pos="432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handoutMasters/_rels/handoutMaster1.xml.rels><?xml version="1.0" encoding="UTF-8" standalone="yes"?>								<Relationships xmlns="http://schemas.openxmlformats.org/package/2006/relationships">								<Relationship Id="rId1" Type="http://schemas.openxmlformats.org/officeDocument/2006/relationships/theme" Target="../theme/theme0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814977" name="Shape 134"/>
          <p:cNvSpPr/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840337" name="Shape 135"/>
          <p:cNvSpPr/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Helvetica Neue"/>
        <a:ea typeface="Helvetica Neue"/>
        <a:cs typeface="Helvetica Neue"/>
      </a:defRPr>
    </a:lvl1pPr>
    <a:lvl2pPr indent="228600" defTabSz="457200">
      <a:lnSpc>
        <a:spcPct val="117999"/>
      </a:lnSpc>
      <a:defRPr sz="2200">
        <a:latin typeface="Helvetica Neue"/>
        <a:ea typeface="Helvetica Neue"/>
        <a:cs typeface="Helvetica Neue"/>
      </a:defRPr>
    </a:lvl2pPr>
    <a:lvl3pPr indent="457200" defTabSz="457200">
      <a:lnSpc>
        <a:spcPct val="117999"/>
      </a:lnSpc>
      <a:defRPr sz="2200">
        <a:latin typeface="Helvetica Neue"/>
        <a:ea typeface="Helvetica Neue"/>
        <a:cs typeface="Helvetica Neue"/>
      </a:defRPr>
    </a:lvl3pPr>
    <a:lvl4pPr indent="685800" defTabSz="457200">
      <a:lnSpc>
        <a:spcPct val="117999"/>
      </a:lnSpc>
      <a:defRPr sz="2200">
        <a:latin typeface="Helvetica Neue"/>
        <a:ea typeface="Helvetica Neue"/>
        <a:cs typeface="Helvetica Neue"/>
      </a:defRPr>
    </a:lvl4pPr>
    <a:lvl5pPr indent="914400" defTabSz="457200">
      <a:lnSpc>
        <a:spcPct val="117999"/>
      </a:lnSpc>
      <a:defRPr sz="2200">
        <a:latin typeface="Helvetica Neue"/>
        <a:ea typeface="Helvetica Neue"/>
        <a:cs typeface="Helvetica Neue"/>
      </a:defRPr>
    </a:lvl5pPr>
    <a:lvl6pPr indent="1143000" defTabSz="457200">
      <a:lnSpc>
        <a:spcPct val="117999"/>
      </a:lnSpc>
      <a:defRPr sz="2200">
        <a:latin typeface="Helvetica Neue"/>
        <a:ea typeface="Helvetica Neue"/>
        <a:cs typeface="Helvetica Neue"/>
      </a:defRPr>
    </a:lvl6pPr>
    <a:lvl7pPr indent="1371600" defTabSz="457200">
      <a:lnSpc>
        <a:spcPct val="117999"/>
      </a:lnSpc>
      <a:defRPr sz="2200">
        <a:latin typeface="Helvetica Neue"/>
        <a:ea typeface="Helvetica Neue"/>
        <a:cs typeface="Helvetica Neue"/>
      </a:defRPr>
    </a:lvl7pPr>
    <a:lvl8pPr indent="1600200" defTabSz="457200">
      <a:lnSpc>
        <a:spcPct val="117999"/>
      </a:lnSpc>
      <a:defRPr sz="2200">
        <a:latin typeface="Helvetica Neue"/>
        <a:ea typeface="Helvetica Neue"/>
        <a:cs typeface="Helvetica Neue"/>
      </a:defRPr>
    </a:lvl8pPr>
    <a:lvl9pPr indent="1828800" defTabSz="457200">
      <a:lnSpc>
        <a:spcPct val="117999"/>
      </a:lnSpc>
      <a:defRPr sz="2200">
        <a:latin typeface="Helvetica Neue"/>
        <a:ea typeface="Helvetica Neue"/>
        <a:cs typeface="Helvetica Neue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7376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29594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32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83CDFF-62B7-7AFF-2603-C45ADF15DD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2131813" name="Title Text"/>
          <p:cNvSpPr txBox="1"/>
          <p:nvPr>
            <p:ph type="title"/>
          </p:nvPr>
        </p:nvSpPr>
        <p:spPr bwMode="auto">
          <a:xfrm>
            <a:off x="1778000" y="2298700"/>
            <a:ext cx="20828000" cy="4648200"/>
          </a:xfrm>
          <a:prstGeom prst="rect">
            <a:avLst/>
          </a:prstGeom>
        </p:spPr>
        <p:txBody>
          <a:bodyPr anchor="b"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2060001999" name="Body Level One…"/>
          <p:cNvSpPr txBox="1"/>
          <p:nvPr>
            <p:ph type="body" sz="quarter" idx="1"/>
          </p:nvPr>
        </p:nvSpPr>
        <p:spPr bwMode="auto">
          <a:xfrm>
            <a:off x="1778000" y="7073900"/>
            <a:ext cx="20828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512158261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Horizont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409174" name="River flowing through a tropical forest"/>
          <p:cNvSpPr/>
          <p:nvPr>
            <p:ph type="pic" idx="21"/>
          </p:nvPr>
        </p:nvSpPr>
        <p:spPr bwMode="auto">
          <a:xfrm>
            <a:off x="3125968" y="-1762099"/>
            <a:ext cx="18135601" cy="1360799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33537" name="Title Text"/>
          <p:cNvSpPr txBox="1"/>
          <p:nvPr>
            <p:ph type="title"/>
          </p:nvPr>
        </p:nvSpPr>
        <p:spPr bwMode="auto">
          <a:xfrm>
            <a:off x="635000" y="9512300"/>
            <a:ext cx="23114000" cy="20066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801175522" name="Body Level One…"/>
          <p:cNvSpPr txBox="1"/>
          <p:nvPr>
            <p:ph type="body" sz="quarter" idx="1"/>
          </p:nvPr>
        </p:nvSpPr>
        <p:spPr bwMode="auto">
          <a:xfrm>
            <a:off x="635000" y="11442700"/>
            <a:ext cx="23114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2846053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- Cen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7916603" name="Title Text"/>
          <p:cNvSpPr txBox="1"/>
          <p:nvPr>
            <p:ph type="title"/>
          </p:nvPr>
        </p:nvSpPr>
        <p:spPr bwMode="auto">
          <a:xfrm>
            <a:off x="1778000" y="4533900"/>
            <a:ext cx="20828000" cy="4648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2059238008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995056" name="Close-up of an orange flower surrounded by large tropical leaves"/>
          <p:cNvSpPr/>
          <p:nvPr>
            <p:ph type="pic" idx="21"/>
          </p:nvPr>
        </p:nvSpPr>
        <p:spPr bwMode="auto">
          <a:xfrm>
            <a:off x="5803900" y="952500"/>
            <a:ext cx="17236029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53904246" name="Title Text"/>
          <p:cNvSpPr txBox="1"/>
          <p:nvPr>
            <p:ph type="title"/>
          </p:nvPr>
        </p:nvSpPr>
        <p:spPr bwMode="auto">
          <a:xfrm>
            <a:off x="1651000" y="952500"/>
            <a:ext cx="10223500" cy="5549900"/>
          </a:xfrm>
          <a:prstGeom prst="rect">
            <a:avLst/>
          </a:prstGeom>
        </p:spPr>
        <p:txBody>
          <a:bodyPr anchor="b"/>
          <a:lstStyle>
            <a:lvl1pPr>
              <a:defRPr sz="8400"/>
            </a:lvl1pPr>
          </a:lstStyle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84072699" name="Body Level One…"/>
          <p:cNvSpPr txBox="1"/>
          <p:nvPr>
            <p:ph type="body" sz="quarter" idx="1"/>
          </p:nvPr>
        </p:nvSpPr>
        <p:spPr bwMode="auto">
          <a:xfrm>
            <a:off x="1651000" y="6527800"/>
            <a:ext cx="10223500" cy="57277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262215894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- Top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018583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229397826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&amp; Bulle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912123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2067172308" name="Body Level One…"/>
          <p:cNvSpPr txBox="1"/>
          <p:nvPr>
            <p:ph type="body" idx="1"/>
          </p:nvPr>
        </p:nvSpPr>
        <p:spPr bwMode="auto">
          <a:prstGeom prst="rect">
            <a:avLst/>
          </a:prstGeom>
        </p:spPr>
        <p:txBody>
          <a:bodyPr/>
          <a:lstStyle>
            <a:lvl1pPr>
              <a:buClrTx/>
              <a:buFontTx/>
            </a:lvl1pPr>
            <a:lvl2pPr>
              <a:buClrTx/>
              <a:buFontTx/>
            </a:lvl2pPr>
            <a:lvl3pPr>
              <a:buClrTx/>
              <a:buFontTx/>
            </a:lvl3pPr>
            <a:lvl4pPr>
              <a:buClrTx/>
              <a:buFontTx/>
            </a:lvl4pPr>
            <a:lvl5pPr>
              <a:buClrTx/>
              <a:buFontTx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006908168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Pho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796159" name="Close-up of a red-eyed tree frog perched on a leaf"/>
          <p:cNvSpPr/>
          <p:nvPr>
            <p:ph type="pic" sz="half" idx="21"/>
          </p:nvPr>
        </p:nvSpPr>
        <p:spPr bwMode="auto">
          <a:xfrm>
            <a:off x="87503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593834194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507921764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834635244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Live Video Smal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188852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517639646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77666534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Live Video Larg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088599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980641827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403513412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Bulle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843057" name="Body Level One…"/>
          <p:cNvSpPr txBox="1"/>
          <p:nvPr>
            <p:ph type="body" idx="1"/>
          </p:nvPr>
        </p:nvSpPr>
        <p:spPr bwMode="auto"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>
            <a:lvl1pPr>
              <a:buClrTx/>
              <a:buFontTx/>
            </a:lvl1pPr>
            <a:lvl2pPr>
              <a:buClrTx/>
              <a:buFontTx/>
            </a:lvl2pPr>
            <a:lvl3pPr>
              <a:buClrTx/>
              <a:buFontTx/>
            </a:lvl3pPr>
            <a:lvl4pPr>
              <a:buClrTx/>
              <a:buFontTx/>
            </a:lvl4pPr>
            <a:lvl5pPr>
              <a:buClrTx/>
              <a:buFontTx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710671666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3 Up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562090" name="Close-up of an orange flower surrounded by large tropical leaves"/>
          <p:cNvSpPr/>
          <p:nvPr>
            <p:ph type="pic" sz="quarter" idx="21"/>
          </p:nvPr>
        </p:nvSpPr>
        <p:spPr bwMode="auto">
          <a:xfrm>
            <a:off x="15292127" y="6870700"/>
            <a:ext cx="8341246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504735642" name="Close-up of a red-eyed tree frog perched on a leaf"/>
          <p:cNvSpPr/>
          <p:nvPr>
            <p:ph type="pic" sz="quarter" idx="22"/>
          </p:nvPr>
        </p:nvSpPr>
        <p:spPr bwMode="auto">
          <a:xfrm>
            <a:off x="14859000" y="952500"/>
            <a:ext cx="8324850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4666299" name="River flowing through a tropical forest"/>
          <p:cNvSpPr/>
          <p:nvPr>
            <p:ph type="pic" idx="23"/>
          </p:nvPr>
        </p:nvSpPr>
        <p:spPr bwMode="auto">
          <a:xfrm>
            <a:off x="651237" y="952500"/>
            <a:ext cx="15283726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783149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Quo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370104" name="–Johnny Appleseed"/>
          <p:cNvSpPr txBox="1"/>
          <p:nvPr>
            <p:ph type="body" sz="quarter" idx="21"/>
          </p:nvPr>
        </p:nvSpPr>
        <p:spPr bwMode="auto">
          <a:xfrm>
            <a:off x="2387600" y="8953500"/>
            <a:ext cx="19621500" cy="58552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3200" i="1"/>
            </a:lvl1pPr>
          </a:lstStyle>
          <a:p>
            <a:pPr>
              <a:defRPr/>
            </a:pPr>
            <a:r>
              <a:rPr/>
              <a:t>–Johnny Appleseed</a:t>
            </a:r>
            <a:endParaRPr/>
          </a:p>
        </p:txBody>
      </p:sp>
      <p:sp>
        <p:nvSpPr>
          <p:cNvPr id="1133822696" name="“Type a quote here.”"/>
          <p:cNvSpPr txBox="1"/>
          <p:nvPr>
            <p:ph type="body" sz="quarter" idx="22"/>
          </p:nvPr>
        </p:nvSpPr>
        <p:spPr bwMode="auto">
          <a:xfrm>
            <a:off x="2387600" y="6076950"/>
            <a:ext cx="19621500" cy="8255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/>
              <a:t>“Type a quote here.” </a:t>
            </a:r>
            <a:endParaRPr/>
          </a:p>
        </p:txBody>
      </p:sp>
      <p:sp>
        <p:nvSpPr>
          <p:cNvPr id="613970757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540655" name="river flowing through a tropical forest"/>
          <p:cNvSpPr/>
          <p:nvPr>
            <p:ph type="pic" idx="21"/>
          </p:nvPr>
        </p:nvSpPr>
        <p:spPr bwMode="auto">
          <a:xfrm>
            <a:off x="0" y="-2290234"/>
            <a:ext cx="24384000" cy="1829646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3010927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852300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627024" name="Title Text"/>
          <p:cNvSpPr txBox="1"/>
          <p:nvPr>
            <p:ph type="title"/>
          </p:nvPr>
        </p:nvSpPr>
        <p:spPr bwMode="auto"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 fontScale="100000" lnSpcReduction="0"/>
          </a:bodyPr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387130379" name="Body Level One…"/>
          <p:cNvSpPr txBox="1"/>
          <p:nvPr>
            <p:ph type="body" idx="1"/>
          </p:nvPr>
        </p:nvSpPr>
        <p:spPr bwMode="auto"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 fontScale="100000" lnSpcReduction="0"/>
          </a:bodyPr>
          <a:lstStyle/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409529237" name="Slide Number"/>
          <p:cNvSpPr txBox="1"/>
          <p:nvPr>
            <p:ph type="sldNum" sz="quarter" idx="2"/>
          </p:nvPr>
        </p:nvSpPr>
        <p:spPr bwMode="auto">
          <a:xfrm>
            <a:off x="11959031" y="13081000"/>
            <a:ext cx="453238" cy="46105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2400">
                <a:latin typeface="Helvetica Neue Light"/>
                <a:ea typeface="Helvetica Neue Light"/>
                <a:cs typeface="Helvetica Neue Light"/>
              </a:defRPr>
            </a:lvl1pPr>
          </a:lstStyle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1pPr>
      <a:lvl2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2pPr>
      <a:lvl3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3pPr>
      <a:lvl4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4pPr>
      <a:lvl5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5pPr>
      <a:lvl6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6pPr>
      <a:lvl7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7pPr>
      <a:lvl8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8pPr>
      <a:lvl9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9pPr>
    </p:titleStyle>
    <p:bodyStyle>
      <a:lvl1pPr marL="63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1pPr>
      <a:lvl2pPr marL="127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2pPr>
      <a:lvl3pPr marL="190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3pPr>
      <a:lvl4pPr marL="254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4pPr>
      <a:lvl5pPr marL="317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5pPr>
      <a:lvl6pPr marL="381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6pPr>
      <a:lvl7pPr marL="444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7pPr>
      <a:lvl8pPr marL="508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8pPr>
      <a:lvl9pPr marL="571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9pPr>
    </p:bodyStyle>
    <p:otherStyle>
      <a:lvl1pPr marL="0" marR="0" indent="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2286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4572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6858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9144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11430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13716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16002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18288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1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537720" name="My Presentation"/>
          <p:cNvSpPr txBox="1"/>
          <p:nvPr>
            <p:ph type="ctr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My Presentation</a:t>
            </a:r>
            <a:endParaRPr/>
          </a:p>
        </p:txBody>
      </p:sp>
      <p:sp>
        <p:nvSpPr>
          <p:cNvPr id="2134756337" name="Muhammad Zeeshan"/>
          <p:cNvSpPr txBox="1"/>
          <p:nvPr>
            <p:ph type="subTitle" sz="quarter"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Muhammad Zeeshan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75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0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rgbClr val="FFFFFF"/>
          </a:solidFill>
          <a:prstDash val="solid"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rgbClr val="FFFFFF"/>
          </a:solidFill>
          <a:prstDash val="solid"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ONLYOFFICE/2.5.565.0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2</cp:revision>
  <dcterms:modified xsi:type="dcterms:W3CDTF">2026-09-03T13:35:52Z</dcterms:modified>
</cp:coreProperties>
</file>