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png" ContentType="image/png"/>
  <Default Extension="jpeg" ContentType="image/jpeg"/>
  <Default Extension="rels" ContentType="application/vnd.openxmlformats-package.relationships+xml"/>
  <Default Extension="bin" ContentType="application/vnd.openxmlformats-officedocument.oleObject"/>
  <Override PartName="/ppt/slides/slide1.xml" ContentType="application/vnd.openxmlformats-officedocument.presentationml.slide+xml"/>
  <Override PartName="/ppt/slideLayouts/slideLayout1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4.xml" ContentType="application/vnd.openxmlformats-officedocument.presentationml.slideLayout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2.xml" ContentType="application/vnd.openxmlformats-officedocument.presentationml.slideLayout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5"/>
  </p:notesMasterIdLst>
  <p:sldIdLst>
    <p:sldId id="256" r:id="rId4"/>
  </p:sldIdLst>
  <p:sldSz cx="24384000" cy="13716000"/>
  <p:notesSz cx="6858000" cy="9144000"/>
  <p:defaultTextStyle>
    <a:defPPr marL="0" marR="0" indent="0" algn="l" defTabSz="914400" rtl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>
        <a:ln>
          <a:noFill/>
        </a:ln>
        <a:solidFill>
          <a:srgbClr val="000000"/>
        </a:solidFill>
      </a:defRPr>
    </a:defPPr>
    <a:lvl1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1pPr>
    <a:lvl2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2pPr>
    <a:lvl3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3pPr>
    <a:lvl4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4pPr>
    <a:lvl5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5pPr>
    <a:lvl6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6pPr>
    <a:lvl7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7pPr>
    <a:lvl8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8pPr>
    <a:lvl9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0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>
        <p:scale>
          <a:sx n="116" d="50"/>
          <a:sy n="112" d="47"/>
        </p:scale>
        <p:origin x="110" y="118"/>
      </p:cViewPr>
      <p:guideLst>
        <p:guide pos="7680"/>
        <p:guide pos="432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handoutMasters/_rels/handoutMaster1.xml.rels><?xml version="1.0" encoding="UTF-8" standalone="yes"?>								<Relationships xmlns="http://schemas.openxmlformats.org/package/2006/relationships">								<Relationship Id="rId1" Type="http://schemas.openxmlformats.org/officeDocument/2006/relationships/theme" Target="../theme/theme0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0583952" name="Shape 134"/>
          <p:cNvSpPr/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607779" name="Shape 135"/>
          <p:cNvSpPr/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>
      <a:lnSpc>
        <a:spcPct val="117999"/>
      </a:lnSpc>
      <a:defRPr sz="2200">
        <a:latin typeface="Helvetica Neue"/>
        <a:ea typeface="Helvetica Neue"/>
        <a:cs typeface="Helvetica Neue"/>
      </a:defRPr>
    </a:lvl1pPr>
    <a:lvl2pPr indent="228600" defTabSz="457200">
      <a:lnSpc>
        <a:spcPct val="117999"/>
      </a:lnSpc>
      <a:defRPr sz="2200">
        <a:latin typeface="Helvetica Neue"/>
        <a:ea typeface="Helvetica Neue"/>
        <a:cs typeface="Helvetica Neue"/>
      </a:defRPr>
    </a:lvl2pPr>
    <a:lvl3pPr indent="457200" defTabSz="457200">
      <a:lnSpc>
        <a:spcPct val="117999"/>
      </a:lnSpc>
      <a:defRPr sz="2200">
        <a:latin typeface="Helvetica Neue"/>
        <a:ea typeface="Helvetica Neue"/>
        <a:cs typeface="Helvetica Neue"/>
      </a:defRPr>
    </a:lvl3pPr>
    <a:lvl4pPr indent="685800" defTabSz="457200">
      <a:lnSpc>
        <a:spcPct val="117999"/>
      </a:lnSpc>
      <a:defRPr sz="2200">
        <a:latin typeface="Helvetica Neue"/>
        <a:ea typeface="Helvetica Neue"/>
        <a:cs typeface="Helvetica Neue"/>
      </a:defRPr>
    </a:lvl4pPr>
    <a:lvl5pPr indent="914400" defTabSz="457200">
      <a:lnSpc>
        <a:spcPct val="117999"/>
      </a:lnSpc>
      <a:defRPr sz="2200">
        <a:latin typeface="Helvetica Neue"/>
        <a:ea typeface="Helvetica Neue"/>
        <a:cs typeface="Helvetica Neue"/>
      </a:defRPr>
    </a:lvl5pPr>
    <a:lvl6pPr indent="1143000" defTabSz="457200">
      <a:lnSpc>
        <a:spcPct val="117999"/>
      </a:lnSpc>
      <a:defRPr sz="2200">
        <a:latin typeface="Helvetica Neue"/>
        <a:ea typeface="Helvetica Neue"/>
        <a:cs typeface="Helvetica Neue"/>
      </a:defRPr>
    </a:lvl6pPr>
    <a:lvl7pPr indent="1371600" defTabSz="457200">
      <a:lnSpc>
        <a:spcPct val="117999"/>
      </a:lnSpc>
      <a:defRPr sz="2200">
        <a:latin typeface="Helvetica Neue"/>
        <a:ea typeface="Helvetica Neue"/>
        <a:cs typeface="Helvetica Neue"/>
      </a:defRPr>
    </a:lvl7pPr>
    <a:lvl8pPr indent="1600200" defTabSz="457200">
      <a:lnSpc>
        <a:spcPct val="117999"/>
      </a:lnSpc>
      <a:defRPr sz="2200">
        <a:latin typeface="Helvetica Neue"/>
        <a:ea typeface="Helvetica Neue"/>
        <a:cs typeface="Helvetica Neue"/>
      </a:defRPr>
    </a:lvl8pPr>
    <a:lvl9pPr indent="1828800" defTabSz="457200">
      <a:lnSpc>
        <a:spcPct val="117999"/>
      </a:lnSpc>
      <a:defRPr sz="2200">
        <a:latin typeface="Helvetica Neue"/>
        <a:ea typeface="Helvetica Neue"/>
        <a:cs typeface="Helvetica Neue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83CDFF-62B7-7AFF-2603-C45ADF15DD1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8986120" name="Title Text"/>
          <p:cNvSpPr txBox="1"/>
          <p:nvPr>
            <p:ph type="title"/>
          </p:nvPr>
        </p:nvSpPr>
        <p:spPr bwMode="auto">
          <a:xfrm>
            <a:off x="1778000" y="2298700"/>
            <a:ext cx="20828000" cy="4648200"/>
          </a:xfrm>
          <a:prstGeom prst="rect">
            <a:avLst/>
          </a:prstGeom>
        </p:spPr>
        <p:txBody>
          <a:bodyPr anchor="b"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718990709" name="Body Level One…"/>
          <p:cNvSpPr txBox="1"/>
          <p:nvPr>
            <p:ph type="body" sz="quarter" idx="1"/>
          </p:nvPr>
        </p:nvSpPr>
        <p:spPr bwMode="auto">
          <a:xfrm>
            <a:off x="1778000" y="7073900"/>
            <a:ext cx="20828000" cy="15875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1pPr>
            <a:lvl2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2pPr>
            <a:lvl3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3pPr>
            <a:lvl4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4pPr>
            <a:lvl5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1814026573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Photo - Horizont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7468626" name="River flowing through a tropical forest"/>
          <p:cNvSpPr/>
          <p:nvPr>
            <p:ph type="pic" idx="21"/>
          </p:nvPr>
        </p:nvSpPr>
        <p:spPr bwMode="auto">
          <a:xfrm>
            <a:off x="3125968" y="-1762099"/>
            <a:ext cx="18135601" cy="1360799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21183091" name="Title Text"/>
          <p:cNvSpPr txBox="1"/>
          <p:nvPr>
            <p:ph type="title"/>
          </p:nvPr>
        </p:nvSpPr>
        <p:spPr bwMode="auto">
          <a:xfrm>
            <a:off x="635000" y="9512300"/>
            <a:ext cx="23114000" cy="20066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508744095" name="Body Level One…"/>
          <p:cNvSpPr txBox="1"/>
          <p:nvPr>
            <p:ph type="body" sz="quarter" idx="1"/>
          </p:nvPr>
        </p:nvSpPr>
        <p:spPr bwMode="auto">
          <a:xfrm>
            <a:off x="635000" y="11442700"/>
            <a:ext cx="23114000" cy="15875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1pPr>
            <a:lvl2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2pPr>
            <a:lvl3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3pPr>
            <a:lvl4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4pPr>
            <a:lvl5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1528677633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Title - Centr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2750617" name="Title Text"/>
          <p:cNvSpPr txBox="1"/>
          <p:nvPr>
            <p:ph type="title"/>
          </p:nvPr>
        </p:nvSpPr>
        <p:spPr bwMode="auto">
          <a:xfrm>
            <a:off x="1778000" y="4533900"/>
            <a:ext cx="20828000" cy="4648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753058353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Photo - Vertic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5054560" name="Close-up of an orange flower surrounded by large tropical leaves"/>
          <p:cNvSpPr/>
          <p:nvPr>
            <p:ph type="pic" idx="21"/>
          </p:nvPr>
        </p:nvSpPr>
        <p:spPr bwMode="auto">
          <a:xfrm>
            <a:off x="5803900" y="952500"/>
            <a:ext cx="17236029" cy="114681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3009731" name="Title Text"/>
          <p:cNvSpPr txBox="1"/>
          <p:nvPr>
            <p:ph type="title"/>
          </p:nvPr>
        </p:nvSpPr>
        <p:spPr bwMode="auto">
          <a:xfrm>
            <a:off x="1651000" y="952500"/>
            <a:ext cx="10223500" cy="5549900"/>
          </a:xfrm>
          <a:prstGeom prst="rect">
            <a:avLst/>
          </a:prstGeom>
        </p:spPr>
        <p:txBody>
          <a:bodyPr anchor="b"/>
          <a:lstStyle>
            <a:lvl1pPr>
              <a:defRPr sz="8400"/>
            </a:lvl1pPr>
          </a:lstStyle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386951147" name="Body Level One…"/>
          <p:cNvSpPr txBox="1"/>
          <p:nvPr>
            <p:ph type="body" sz="quarter" idx="1"/>
          </p:nvPr>
        </p:nvSpPr>
        <p:spPr bwMode="auto">
          <a:xfrm>
            <a:off x="1651000" y="6527800"/>
            <a:ext cx="10223500" cy="57277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1pPr>
            <a:lvl2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2pPr>
            <a:lvl3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3pPr>
            <a:lvl4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4pPr>
            <a:lvl5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1415861216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Title - Top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3551078" name="Title Text"/>
          <p:cNvSpPr txBox="1"/>
          <p:nvPr>
            <p:ph type="title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816153035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Title &amp; Bullet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667203" name="Title Text"/>
          <p:cNvSpPr txBox="1"/>
          <p:nvPr>
            <p:ph type="title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152746493" name="Body Level One…"/>
          <p:cNvSpPr txBox="1"/>
          <p:nvPr>
            <p:ph type="body" idx="1"/>
          </p:nvPr>
        </p:nvSpPr>
        <p:spPr bwMode="auto">
          <a:prstGeom prst="rect">
            <a:avLst/>
          </a:prstGeom>
        </p:spPr>
        <p:txBody>
          <a:bodyPr/>
          <a:lstStyle>
            <a:lvl1pPr>
              <a:buClrTx/>
              <a:buFontTx/>
            </a:lvl1pPr>
            <a:lvl2pPr>
              <a:buClrTx/>
              <a:buFontTx/>
            </a:lvl2pPr>
            <a:lvl3pPr>
              <a:buClrTx/>
              <a:buFontTx/>
            </a:lvl3pPr>
            <a:lvl4pPr>
              <a:buClrTx/>
              <a:buFontTx/>
            </a:lvl4pPr>
            <a:lvl5pPr>
              <a:buClrTx/>
              <a:buFontTx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795061034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Title, Bullets &amp; Pho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402662" name="Close-up of a red-eyed tree frog perched on a leaf"/>
          <p:cNvSpPr/>
          <p:nvPr>
            <p:ph type="pic" sz="half" idx="21"/>
          </p:nvPr>
        </p:nvSpPr>
        <p:spPr bwMode="auto">
          <a:xfrm>
            <a:off x="8750300" y="3149600"/>
            <a:ext cx="13944600" cy="92964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1459855" name="Title Text"/>
          <p:cNvSpPr txBox="1"/>
          <p:nvPr>
            <p:ph type="title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935781153" name="Body Level One…"/>
          <p:cNvSpPr txBox="1"/>
          <p:nvPr>
            <p:ph type="body" sz="half" idx="1"/>
          </p:nvPr>
        </p:nvSpPr>
        <p:spPr bwMode="auto">
          <a:xfrm>
            <a:off x="1689100" y="3149600"/>
            <a:ext cx="10223500" cy="9296400"/>
          </a:xfrm>
          <a:prstGeom prst="rect">
            <a:avLst/>
          </a:prstGeom>
        </p:spPr>
        <p:txBody>
          <a:bodyPr/>
          <a:lstStyle>
            <a:lvl1pPr marL="558800" indent="-558800">
              <a:spcBef>
                <a:spcPts val="4500"/>
              </a:spcBef>
              <a:buClrTx/>
              <a:buFontTx/>
              <a:defRPr sz="3800"/>
            </a:lvl1pPr>
            <a:lvl2pPr marL="1117600" indent="-558800">
              <a:spcBef>
                <a:spcPts val="4500"/>
              </a:spcBef>
              <a:buClrTx/>
              <a:buFontTx/>
              <a:defRPr sz="3800"/>
            </a:lvl2pPr>
            <a:lvl3pPr marL="1676400" indent="-558800">
              <a:spcBef>
                <a:spcPts val="4500"/>
              </a:spcBef>
              <a:buClrTx/>
              <a:buFontTx/>
              <a:defRPr sz="3800"/>
            </a:lvl3pPr>
            <a:lvl4pPr marL="2235200" indent="-558800">
              <a:spcBef>
                <a:spcPts val="4500"/>
              </a:spcBef>
              <a:buClrTx/>
              <a:buFontTx/>
              <a:defRPr sz="3800"/>
            </a:lvl4pPr>
            <a:lvl5pPr marL="2794000" indent="-558800">
              <a:spcBef>
                <a:spcPts val="4500"/>
              </a:spcBef>
              <a:buClrTx/>
              <a:buFontTx/>
              <a:defRPr sz="3800"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1039098071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Title, Bullets &amp; Live Video Smal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9842687" name="Title Text"/>
          <p:cNvSpPr txBox="1"/>
          <p:nvPr>
            <p:ph type="title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943152248" name="Body Level One…"/>
          <p:cNvSpPr txBox="1"/>
          <p:nvPr>
            <p:ph type="body" sz="half" idx="1"/>
          </p:nvPr>
        </p:nvSpPr>
        <p:spPr bwMode="auto">
          <a:xfrm>
            <a:off x="1689100" y="3149600"/>
            <a:ext cx="10223500" cy="9296400"/>
          </a:xfrm>
          <a:prstGeom prst="rect">
            <a:avLst/>
          </a:prstGeom>
        </p:spPr>
        <p:txBody>
          <a:bodyPr/>
          <a:lstStyle>
            <a:lvl1pPr marL="558800" indent="-558800">
              <a:spcBef>
                <a:spcPts val="4500"/>
              </a:spcBef>
              <a:buClrTx/>
              <a:buFontTx/>
              <a:defRPr sz="3800"/>
            </a:lvl1pPr>
            <a:lvl2pPr marL="1117600" indent="-558800">
              <a:spcBef>
                <a:spcPts val="4500"/>
              </a:spcBef>
              <a:buClrTx/>
              <a:buFontTx/>
              <a:defRPr sz="3800"/>
            </a:lvl2pPr>
            <a:lvl3pPr marL="1676400" indent="-558800">
              <a:spcBef>
                <a:spcPts val="4500"/>
              </a:spcBef>
              <a:buClrTx/>
              <a:buFontTx/>
              <a:defRPr sz="3800"/>
            </a:lvl3pPr>
            <a:lvl4pPr marL="2235200" indent="-558800">
              <a:spcBef>
                <a:spcPts val="4500"/>
              </a:spcBef>
              <a:buClrTx/>
              <a:buFontTx/>
              <a:defRPr sz="3800"/>
            </a:lvl4pPr>
            <a:lvl5pPr marL="2794000" indent="-558800">
              <a:spcBef>
                <a:spcPts val="4500"/>
              </a:spcBef>
              <a:buClrTx/>
              <a:buFontTx/>
              <a:defRPr sz="3800"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163739041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Title, Bullets &amp; Live Video Larg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4773800" name="Title Text"/>
          <p:cNvSpPr txBox="1"/>
          <p:nvPr>
            <p:ph type="title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839135980" name="Body Level One…"/>
          <p:cNvSpPr txBox="1"/>
          <p:nvPr>
            <p:ph type="body" sz="half" idx="1"/>
          </p:nvPr>
        </p:nvSpPr>
        <p:spPr bwMode="auto">
          <a:xfrm>
            <a:off x="1689100" y="3149600"/>
            <a:ext cx="10223500" cy="9296400"/>
          </a:xfrm>
          <a:prstGeom prst="rect">
            <a:avLst/>
          </a:prstGeom>
        </p:spPr>
        <p:txBody>
          <a:bodyPr/>
          <a:lstStyle>
            <a:lvl1pPr marL="558800" indent="-558800">
              <a:spcBef>
                <a:spcPts val="4500"/>
              </a:spcBef>
              <a:buClrTx/>
              <a:buFontTx/>
              <a:defRPr sz="3800"/>
            </a:lvl1pPr>
            <a:lvl2pPr marL="1117600" indent="-558800">
              <a:spcBef>
                <a:spcPts val="4500"/>
              </a:spcBef>
              <a:buClrTx/>
              <a:buFontTx/>
              <a:defRPr sz="3800"/>
            </a:lvl2pPr>
            <a:lvl3pPr marL="1676400" indent="-558800">
              <a:spcBef>
                <a:spcPts val="4500"/>
              </a:spcBef>
              <a:buClrTx/>
              <a:buFontTx/>
              <a:defRPr sz="3800"/>
            </a:lvl3pPr>
            <a:lvl4pPr marL="2235200" indent="-558800">
              <a:spcBef>
                <a:spcPts val="4500"/>
              </a:spcBef>
              <a:buClrTx/>
              <a:buFontTx/>
              <a:defRPr sz="3800"/>
            </a:lvl4pPr>
            <a:lvl5pPr marL="2794000" indent="-558800">
              <a:spcBef>
                <a:spcPts val="4500"/>
              </a:spcBef>
              <a:buClrTx/>
              <a:buFontTx/>
              <a:defRPr sz="3800"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1361005062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Bullet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716306" name="Body Level One…"/>
          <p:cNvSpPr txBox="1"/>
          <p:nvPr>
            <p:ph type="body" idx="1"/>
          </p:nvPr>
        </p:nvSpPr>
        <p:spPr bwMode="auto">
          <a:xfrm>
            <a:off x="1689100" y="1778000"/>
            <a:ext cx="21005800" cy="10160000"/>
          </a:xfrm>
          <a:prstGeom prst="rect">
            <a:avLst/>
          </a:prstGeom>
        </p:spPr>
        <p:txBody>
          <a:bodyPr/>
          <a:lstStyle>
            <a:lvl1pPr>
              <a:buClrTx/>
              <a:buFontTx/>
            </a:lvl1pPr>
            <a:lvl2pPr>
              <a:buClrTx/>
              <a:buFontTx/>
            </a:lvl2pPr>
            <a:lvl3pPr>
              <a:buClrTx/>
              <a:buFontTx/>
            </a:lvl3pPr>
            <a:lvl4pPr>
              <a:buClrTx/>
              <a:buFontTx/>
            </a:lvl4pPr>
            <a:lvl5pPr>
              <a:buClrTx/>
              <a:buFontTx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211545165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Photo - 3 Up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9861949" name="Close-up of an orange flower surrounded by large tropical leaves"/>
          <p:cNvSpPr/>
          <p:nvPr>
            <p:ph type="pic" sz="quarter" idx="21"/>
          </p:nvPr>
        </p:nvSpPr>
        <p:spPr bwMode="auto">
          <a:xfrm>
            <a:off x="15292127" y="6870700"/>
            <a:ext cx="8341246" cy="5549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640187885" name="Close-up of a red-eyed tree frog perched on a leaf"/>
          <p:cNvSpPr/>
          <p:nvPr>
            <p:ph type="pic" sz="quarter" idx="22"/>
          </p:nvPr>
        </p:nvSpPr>
        <p:spPr bwMode="auto">
          <a:xfrm>
            <a:off x="14859000" y="952500"/>
            <a:ext cx="8324850" cy="5549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51690275" name="River flowing through a tropical forest"/>
          <p:cNvSpPr/>
          <p:nvPr>
            <p:ph type="pic" idx="23"/>
          </p:nvPr>
        </p:nvSpPr>
        <p:spPr bwMode="auto">
          <a:xfrm>
            <a:off x="651237" y="952500"/>
            <a:ext cx="15283726" cy="114681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12717383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Quo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3718528" name="–Johnny Appleseed"/>
          <p:cNvSpPr txBox="1"/>
          <p:nvPr>
            <p:ph type="body" sz="quarter" idx="21"/>
          </p:nvPr>
        </p:nvSpPr>
        <p:spPr bwMode="auto">
          <a:xfrm>
            <a:off x="2387600" y="8953500"/>
            <a:ext cx="19621500" cy="585521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 sz="3200" i="1"/>
            </a:lvl1pPr>
          </a:lstStyle>
          <a:p>
            <a:pPr>
              <a:defRPr/>
            </a:pPr>
            <a:r>
              <a:rPr/>
              <a:t>–Johnny Appleseed</a:t>
            </a:r>
            <a:endParaRPr/>
          </a:p>
        </p:txBody>
      </p:sp>
      <p:sp>
        <p:nvSpPr>
          <p:cNvPr id="218511664" name="“Type a quote here.”"/>
          <p:cNvSpPr txBox="1"/>
          <p:nvPr>
            <p:ph type="body" sz="quarter" idx="22"/>
          </p:nvPr>
        </p:nvSpPr>
        <p:spPr bwMode="auto">
          <a:xfrm>
            <a:off x="2387600" y="6076950"/>
            <a:ext cx="19621500" cy="8255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/>
              <a:t>“Type a quote here.” </a:t>
            </a:r>
            <a:endParaRPr/>
          </a:p>
        </p:txBody>
      </p:sp>
      <p:sp>
        <p:nvSpPr>
          <p:cNvPr id="1230146830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Pho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693123" name="river flowing through a tropical forest"/>
          <p:cNvSpPr/>
          <p:nvPr>
            <p:ph type="pic" idx="21"/>
          </p:nvPr>
        </p:nvSpPr>
        <p:spPr bwMode="auto">
          <a:xfrm>
            <a:off x="0" y="-2290234"/>
            <a:ext cx="24384000" cy="1829646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349654308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7115745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32852" name="Title Text"/>
          <p:cNvSpPr txBox="1"/>
          <p:nvPr>
            <p:ph type="title"/>
          </p:nvPr>
        </p:nvSpPr>
        <p:spPr bwMode="auto">
          <a:xfrm>
            <a:off x="1689100" y="355600"/>
            <a:ext cx="21005800" cy="2286000"/>
          </a:xfrm>
          <a:prstGeom prst="rect">
            <a:avLst/>
          </a:prstGeom>
          <a:ln w="12700">
            <a:miter lim="400000"/>
          </a:ln>
        </p:spPr>
        <p:txBody>
          <a:bodyPr lIns="50800" tIns="50800" rIns="50800" bIns="50800" anchor="ctr">
            <a:normAutofit fontScale="100000" lnSpcReduction="0"/>
          </a:bodyPr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132041117" name="Body Level One…"/>
          <p:cNvSpPr txBox="1"/>
          <p:nvPr>
            <p:ph type="body" idx="1"/>
          </p:nvPr>
        </p:nvSpPr>
        <p:spPr bwMode="auto">
          <a:xfrm>
            <a:off x="1689100" y="3149600"/>
            <a:ext cx="21005800" cy="9296400"/>
          </a:xfrm>
          <a:prstGeom prst="rect">
            <a:avLst/>
          </a:prstGeom>
          <a:ln w="12700">
            <a:miter lim="400000"/>
          </a:ln>
        </p:spPr>
        <p:txBody>
          <a:bodyPr lIns="50800" tIns="50800" rIns="50800" bIns="50800" anchor="ctr">
            <a:normAutofit fontScale="100000" lnSpcReduction="0"/>
          </a:bodyPr>
          <a:lstStyle/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1005232112" name="Slide Number"/>
          <p:cNvSpPr txBox="1"/>
          <p:nvPr>
            <p:ph type="sldNum" sz="quarter" idx="2"/>
          </p:nvPr>
        </p:nvSpPr>
        <p:spPr bwMode="auto">
          <a:xfrm>
            <a:off x="11959031" y="13081000"/>
            <a:ext cx="453238" cy="461059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ctr">
              <a:spcBef>
                <a:spcPts val="0"/>
              </a:spcBef>
              <a:defRPr sz="2400">
                <a:latin typeface="Helvetica Neue Light"/>
                <a:ea typeface="Helvetica Neue Light"/>
                <a:cs typeface="Helvetica Neue Light"/>
              </a:defRPr>
            </a:lvl1pPr>
          </a:lstStyle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1pPr>
      <a:lvl2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2pPr>
      <a:lvl3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3pPr>
      <a:lvl4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4pPr>
      <a:lvl5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5pPr>
      <a:lvl6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6pPr>
      <a:lvl7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7pPr>
      <a:lvl8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8pPr>
      <a:lvl9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9pPr>
    </p:titleStyle>
    <p:bodyStyle>
      <a:lvl1pPr marL="635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1pPr>
      <a:lvl2pPr marL="1270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2pPr>
      <a:lvl3pPr marL="1905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3pPr>
      <a:lvl4pPr marL="2540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4pPr>
      <a:lvl5pPr marL="3175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5pPr>
      <a:lvl6pPr marL="3810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6pPr>
      <a:lvl7pPr marL="4445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7pPr>
      <a:lvl8pPr marL="5080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8pPr>
      <a:lvl9pPr marL="5715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9pPr>
    </p:bodyStyle>
    <p:otherStyle>
      <a:lvl1pPr marL="0" marR="0" indent="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2286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4572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6858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9144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11430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13716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16002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18288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1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63923" name="My Presentation"/>
          <p:cNvSpPr txBox="1"/>
          <p:nvPr>
            <p:ph type="ctrTitle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My Presentation</a:t>
            </a:r>
            <a:endParaRPr/>
          </a:p>
        </p:txBody>
      </p:sp>
      <p:sp>
        <p:nvSpPr>
          <p:cNvPr id="1583487635" name="Muhammad Zeeshan"/>
          <p:cNvSpPr txBox="1"/>
          <p:nvPr>
            <p:ph type="subTitle" sz="quarter" idx="1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Muhammad Zeeshan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75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0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lack">
  <a:themeElements>
    <a:clrScheme name="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Black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accent1">
            <a:lumOff val="13529"/>
          </a:schemeClr>
        </a:solidFill>
        <a:ln w="12700" cap="flat">
          <a:noFill/>
          <a:miter lim="400000"/>
        </a:ln>
        <a:effectLst/>
      </a:spPr>
      <a:bodyPr/>
      <a:lstStyle/>
      <a:style>
        <a:lnRef idx="0"/>
        <a:fillRef idx="0"/>
        <a:effectRef idx="0"/>
        <a:fontRef idx="none"/>
      </a:style>
    </a:spDef>
    <a:lnDef>
      <a:spPr bwMode="auto">
        <a:prstGeom prst="rect">
          <a:avLst/>
        </a:prstGeom>
        <a:noFill/>
        <a:ln w="25400" cap="flat">
          <a:solidFill>
            <a:srgbClr val="FFFFFF"/>
          </a:solidFill>
          <a:prstDash val="solid"/>
          <a:miter lim="400000"/>
        </a:ln>
        <a:effectLst/>
      </a:spPr>
      <a:bodyPr/>
      <a:lstStyle/>
      <a:style>
        <a:lnRef idx="0"/>
        <a:fillRef idx="0"/>
        <a:effectRef idx="0"/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  <a:effectLst/>
      </a:spPr>
      <a:bodyPr/>
      <a:lstStyle/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Black">
  <a:themeElements>
    <a:clrScheme name="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Black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accent1">
            <a:lumOff val="13529"/>
          </a:schemeClr>
        </a:solidFill>
        <a:ln w="12700" cap="flat">
          <a:noFill/>
          <a:miter lim="400000"/>
        </a:ln>
        <a:effectLst/>
      </a:spPr>
      <a:bodyPr/>
      <a:lstStyle/>
      <a:style>
        <a:lnRef idx="0"/>
        <a:fillRef idx="0"/>
        <a:effectRef idx="0"/>
        <a:fontRef idx="none"/>
      </a:style>
    </a:spDef>
    <a:lnDef>
      <a:spPr bwMode="auto">
        <a:prstGeom prst="rect">
          <a:avLst/>
        </a:prstGeom>
        <a:noFill/>
        <a:ln w="25400" cap="flat">
          <a:solidFill>
            <a:srgbClr val="FFFFFF"/>
          </a:solidFill>
          <a:prstDash val="solid"/>
          <a:miter lim="400000"/>
        </a:ln>
        <a:effectLst/>
      </a:spPr>
      <a:bodyPr/>
      <a:lstStyle/>
      <a:style>
        <a:lnRef idx="0"/>
        <a:fillRef idx="0"/>
        <a:effectRef idx="0"/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  <a:effectLst/>
      </a:spPr>
      <a:bodyPr/>
      <a:lstStyle/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ONLYOFFICE/2.5.565.0</Application>
  <PresentationFormat>On-screen Show (4:3)</PresentationFormat>
  <Paragraphs>0</Paragraphs>
  <Slides>1</Slides>
  <Notes>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Theme 1</vt:lpstr>
      <vt:lpstr>Slide 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  <cp:revision>1</cp:revision>
  <dcterms:modified xsi:type="dcterms:W3CDTF">2026-09-01T02:02:04Z</dcterms:modified>
</cp:coreProperties>
</file>