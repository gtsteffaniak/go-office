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ba4ccdc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ba4ccdc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CECD5"/>
            </a:gs>
            <a:gs pos="100000">
              <a:srgbClr val="92BC8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Presentation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Graham Steffaniak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slide	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</a:t>
            </a:r>
            <a:r>
              <a:rPr lang="en"/>
              <a:t>f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content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